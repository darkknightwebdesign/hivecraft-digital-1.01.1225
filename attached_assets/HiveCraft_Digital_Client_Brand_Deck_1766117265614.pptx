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HiveCraft Digital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Precision-Built Digital Systems</a:t>
            </a:r>
          </a:p>
          <a:p>
            <a:r>
              <a:t>Client Brand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HiveCraft Digital is a web design and development studio focused on building structured, scalable, and reliable digital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Managed Websites</a:t>
            </a:r>
          </a:p>
          <a:p>
            <a:r>
              <a:t>• Custom Websites</a:t>
            </a:r>
          </a:p>
          <a:p>
            <a:r>
              <a:t>• Online Stores</a:t>
            </a:r>
          </a:p>
          <a:p>
            <a:r>
              <a:t>• Custom Web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and development must work together. Every project is built with clarity, craftsmanship, and long-term performance in mind.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 → Design → Build → Launch → Care</a:t>
            </a:r>
          </a:p>
          <a:p>
            <a:r>
              <a:t>Clear milestones. No guesswork.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Craftsmanship</a:t>
            </a:r>
          </a:p>
          <a:p>
            <a:r>
              <a:t>Structure</a:t>
            </a:r>
          </a:p>
          <a:p>
            <a:r>
              <a:t>Reliability</a:t>
            </a:r>
          </a:p>
          <a:p>
            <a:r>
              <a:t>Performance</a:t>
            </a:r>
          </a:p>
          <a:p>
            <a:r>
              <a:t>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HiveCraft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integrated team</a:t>
            </a:r>
          </a:p>
          <a:p>
            <a:r>
              <a:t>• Clear communication</a:t>
            </a:r>
          </a:p>
          <a:p>
            <a:r>
              <a:t>• Secure &amp; performant builds</a:t>
            </a:r>
          </a:p>
          <a:p>
            <a:r>
              <a:t>• Ongoing support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Tell us about your project and we’ll recommend the right solution for your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